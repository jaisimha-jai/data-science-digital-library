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48640"/>
            <a:ext cx="2011680" cy="2011680"/>
          </a:xfrm>
          <a:prstGeom prst="ellipse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57400"/>
            <a:ext cx="1234440" cy="1234440"/>
          </a:xfrm>
          <a:prstGeom prst="ellipse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868680" cy="868680"/>
          </a:xfrm>
          <a:prstGeom prst="ellipse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65B9B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498079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200" b="1">
                <a:solidFill>
                  <a:srgbClr val="F7F9FD"/>
                </a:solidFill>
                <a:latin typeface="Aptos"/>
              </a:defRPr>
            </a:pPr>
            <a:r>
              <a:t>Advanced Data Science &amp;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80360"/>
            <a:ext cx="704088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0">
                <a:solidFill>
                  <a:srgbClr val="B9C7DC"/>
                </a:solidFill>
                <a:latin typeface="Aptos"/>
              </a:defRPr>
            </a:pPr>
            <a:r>
              <a:t>Detailed compact notes with concepts, methods, examples and practical reminders.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71323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500" b="1">
                <a:solidFill>
                  <a:srgbClr val="F7F9FD"/>
                </a:solidFill>
                <a:latin typeface="Aptos"/>
              </a:defRPr>
            </a:pPr>
            <a:r>
              <a:t>6 topic slides + cover = 7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65B9B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Ensemble Learning and Feature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Decision trees split data using feature rules and are often easy to explain.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Random forests average many trees trained with randomness to reduce variance.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Boosting builds models sequentially, focusing later models on earlier errors.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Feature selection removes less useful inputs; dimensionality reduction compresses information.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Ensembles may improve accuracy but can increase compute and reduce interpretability.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Evaluate methods on unseen data and tune complexity to avoid overfitting.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65B9B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Choose the trade-off among performance, speed, interpretability and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65B9B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Deep Learning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Neural networks combine layers of weighted operations with activation functions.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Training adjusts weights to reduce a loss function, commonly using gradient-based optimization.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Convolutional neural networks are widely used for image and spatial data.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Sequence models and attention-based architectures support text, time series and other ordered data.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Deep learning often needs substantial data, compute and careful validation.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Transfer learning reuses pretrained representations when they suit the target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65B9B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A neural network is not automatically better than a simpler model on small tabular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65B9B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Time Series, Big Data and Modern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Time series contain ordered observations; trend, seasonality and changing variance matter.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Forecasting must respect time order when splitting training and test periods.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Big-data systems distribute storage and computation across machines when one machine is insufficient.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Batch processing handles accumulated data; streaming systems process events continuously.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Cloud platforms provide scalable storage, compute, managed databases and model-serving options.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Reproducible workflows version code, data definitions, features, parameters and model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65B9B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Avoid random train/test splits for forecasting when they expose future data to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65B9B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Real-World Data Science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Healthcare: decision support, medical-image analysis and risk estimation with expert oversight.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Retail: demand forecasts, product recommendations, inventory and customer segmentation.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Finance: fraud detection, risk modeling and anomaly detection.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Agriculture: crop disease recognition, yield estimation and irrigation planning.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Transportation and smart cities: traffic prediction, route planning and energy optimization.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Manufacturing: predictive maintenance from sensor signals and failure histories.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65B9B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Start from a measurable user need and define the cost of errors before modeling.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65B9B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Deployment and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Deployment can be batch prediction, a web application, dashboard or prediction API.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Monitor data drift, prediction quality, response time, failure rate and resource use.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Version models and datasets; keep rollback options and document releases.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Retraining should be triggered by evidence and validated before replacing a model.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Protect endpoints with authentication, access controls and appropriate rate limits.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Test input validation, reliability, security and behavior under changing workloads.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65B9B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A model's lifecycle continues after deployment: monitor, diagnose and improve.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65B9B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Ethics, Privacy and Capstone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Collect only necessary data and apply consent, access controls, retention rules and security protections.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Assess fairness across groups; look for biased labels, underrepresented samples and uneven error rates.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Explain model limitations and uncertainty; provide human review for high-impact decisions.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Capstone flow: define question → obtain data → clean → explore → baseline → train → evaluate → present.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Deliverables: documented dataset, reproducible code, metrics, visualizations, limitations and recommendations.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Success is measured by trustworthy impact and usefulness, not only model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6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65B9B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Final question: would the result be safe, fair, explainable and useful in the real setting?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