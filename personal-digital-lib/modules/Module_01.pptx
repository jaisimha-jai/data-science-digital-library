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48640"/>
            <a:ext cx="2011680" cy="2011680"/>
          </a:xfrm>
          <a:prstGeom prst="ellipse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57400"/>
            <a:ext cx="1234440" cy="1234440"/>
          </a:xfrm>
          <a:prstGeom prst="ellipse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868680" cy="868680"/>
          </a:xfrm>
          <a:prstGeom prst="ellipse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498079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200" b="1">
                <a:solidFill>
                  <a:srgbClr val="F7F9FD"/>
                </a:solidFill>
                <a:latin typeface="Aptos"/>
              </a:defRPr>
            </a:pPr>
            <a:r>
              <a:t>Introduction to Data Science &amp;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80360"/>
            <a:ext cx="704088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0">
                <a:solidFill>
                  <a:srgbClr val="B9C7DC"/>
                </a:solidFill>
                <a:latin typeface="Aptos"/>
              </a:defRPr>
            </a:pPr>
            <a:r>
              <a:t>Detailed compact notes with concepts, methods, examples and practical reminders.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71323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1">
                <a:solidFill>
                  <a:srgbClr val="F7F9FD"/>
                </a:solidFill>
                <a:latin typeface="Aptos"/>
              </a:defRPr>
            </a:pPr>
            <a:r>
              <a:t>6 topic slides + cover = 7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A769FF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Data Science: Meaning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Data science extracts useful knowledge from data by combining programming, statistics, domain expertise and communication.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Main goals: describe what happened, diagnose why it happened, predict what may happen and recommend what to do.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Data forms: structured (tables), semi-structured (JSON/XML) and unstructured (text, images, audio and video).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Common roles: data analyst, data scientist, data engineer, ML engineer and business intelligence analyst.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Typical outputs include reports, dashboards, forecasts, classifiers and recommendation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Example: an online store studies orders to understand popular products and forecast future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A769FF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End-to-End Data Science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1. Define the problem and success metric; clarify who will use the result.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2. Collect relevant data and document its source, meaning, date and limitations.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3. Clean and transform data; check missing values, duplicates, types and errors.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4. Explore data using summaries and visualizations to identify patterns and questions.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5. Build a baseline, train suitable models and tune them using training data.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6. Evaluate on unseen data, communicate limitations, deploy and monitor performance.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The lifecycle is iterative: poor results may require better data, features or problem definition.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A model is useful only when it answers the original question reliably.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A769FF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Variables are names that refer to values; Python uses dynamic typing.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Core types: int (whole numbers), float (decimals), str (text), bool (True/False).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Operators perform arithmetic, comparison and logical operations.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if/elif/else selects a path; for and while repeat operations.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Functions use def to package reusable logic; parameters accept inputs and return sends back a result.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Indentation defines blocks. Meaningful names and small functions improve readability.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Consolas"/>
              </a:defRPr>
            </a:pPr>
            <a:r>
              <a:t>Example:</a:t>
            </a:r>
            <a:br/>
            <a:r>
              <a:t>marks = [72, 85, 91, 68]</a:t>
            </a:r>
            <a:br/>
            <a:r>
              <a:t>average = sum(marks) / len(marks)</a:t>
            </a:r>
            <a:br/>
            <a:r>
              <a:t>print(average)  # 79.0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A769FF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Python Collections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List: ordered and mutable; useful for sequences of records or values.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Tuple: ordered and immutable; useful for fixed groups of values.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Dictionary: key-value mapping; useful for representing a record or lookup table.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Set: unique elements; useful for membership tests and removing duplicates.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Files can be read from CSV, JSON, text or Excel using appropriate libraries.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Use exceptions and validation to handle missing files, malformed rows and invalid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Consolas"/>
              </a:defRPr>
            </a:pPr>
            <a:r>
              <a:t>Dictionary example:</a:t>
            </a:r>
            <a:br/>
            <a:r>
              <a:t>student = {'name':'Asha', 'marks':85}</a:t>
            </a:r>
            <a:br/>
            <a:r>
              <a:t>print(student['marks'])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A769FF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NumPy and Pandas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NumPy provides efficient multidimensional arrays and vectorized mathematical operations.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Pandas Series represents one labeled column; DataFrame represents a labeled table.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Read data with read_csv/read_excel; inspect with head(), shape, info() and describe().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Select columns, filter rows, sort values, group records and combine tables with joins/merge.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Missing values can be detected with isna(); duplicates with duplicated() or drop_duplicates().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Prefer vectorized operations over slow manual loops for large tabular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Consolas"/>
              </a:defRPr>
            </a:pPr>
            <a:r>
              <a:t>Starter:</a:t>
            </a:r>
            <a:br/>
            <a:r>
              <a:t>import pandas as pd</a:t>
            </a:r>
            <a:br/>
            <a:r>
              <a:t>df = pd.read_csv('data.csv')</a:t>
            </a:r>
            <a:br/>
            <a:r>
              <a:t>print(df.head())</a:t>
            </a:r>
            <a:br/>
            <a:r>
              <a:t>print(df.isna().sum())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A769FF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Visualization and Scientific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Matplotlib provides flexible plots; Seaborn simplifies statistical visualizations.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Common charts: bar for categories, histogram for distributions, scatter for relationships and line for time.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Scikit-learn supplies preprocessing, estimators, train/test splitting and evaluation metrics.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Jupyter notebooks combine explanatory text, executable code, output and visualizations.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Choose a tool based on the question, dataset size, readability and reproducibility.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Save the steps and package versions so another person can reproduce the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A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A769FF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Remember: a chart should answer a question, not merely decorate a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