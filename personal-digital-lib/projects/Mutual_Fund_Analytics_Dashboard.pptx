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dhi jaisimha kumar" userId="cfcf67db3eacbe73" providerId="LiveId" clId="{F3BC8619-90D4-419A-B6AA-9A67099C951E}"/>
    <pc:docChg chg="modSld">
      <pc:chgData name="vardhi jaisimha kumar" userId="cfcf67db3eacbe73" providerId="LiveId" clId="{F3BC8619-90D4-419A-B6AA-9A67099C951E}" dt="2026-10-08T05:22:13.585" v="0" actId="1076"/>
      <pc:docMkLst>
        <pc:docMk/>
      </pc:docMkLst>
      <pc:sldChg chg="modSp mod">
        <pc:chgData name="vardhi jaisimha kumar" userId="cfcf67db3eacbe73" providerId="LiveId" clId="{F3BC8619-90D4-419A-B6AA-9A67099C951E}" dt="2026-10-08T05:22:13.585" v="0" actId="1076"/>
        <pc:sldMkLst>
          <pc:docMk/>
          <pc:sldMk cId="2550072554" sldId="258"/>
        </pc:sldMkLst>
        <pc:spChg chg="mod">
          <ac:chgData name="vardhi jaisimha kumar" userId="cfcf67db3eacbe73" providerId="LiveId" clId="{F3BC8619-90D4-419A-B6AA-9A67099C951E}" dt="2026-10-08T05:22:13.585" v="0" actId="1076"/>
          <ac:spMkLst>
            <pc:docMk/>
            <pc:sldMk cId="2550072554" sldId="258"/>
            <ac:spMk id="5" creationId="{ADF0F0F1-D203-3097-E8D8-200793C2E00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1487F-0CE9-6AF0-B915-2E2DED580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67269-6153-8853-6B2D-A7A950BCC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AE65E-656C-1193-67A5-E05588D8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F678-D647-4B21-BD82-B174B79FE31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7ADD2-45A2-0FC4-5912-5F42CFE0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CFE1-5E63-CEB3-97C5-4E60FCBB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232EF-0A0C-4492-91B1-DDF6EDE32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08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95551-E9DA-6B8C-6954-DE97696A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13A0D-689F-04BB-FDA1-8CB2FDB11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CC610-7C0A-103D-34B7-E00C3CD67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F678-D647-4B21-BD82-B174B79FE31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591C-0376-D8D0-4BEE-3B73A22A4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683C1-8EBD-0CD3-2F1A-99FF9B10A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232EF-0A0C-4492-91B1-DDF6EDE32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50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5743-1F41-4E97-1D69-682526840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B0B67-62E6-5A5F-BC55-733996B5C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3FA54-E627-271F-CEA8-DD3616DE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F678-D647-4B21-BD82-B174B79FE31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49027-A4B6-0099-BA1D-2A53F7124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07DC1-6C66-39BA-ED70-12236E31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232EF-0A0C-4492-91B1-DDF6EDE32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375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E755-6BE7-BC49-CA34-4F98A193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2A754-5E00-ADCE-8974-1C397882BA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211FA-6629-07EE-0C1C-0D9C8D8C3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CB8AD-CF4E-2DD9-DBA0-156AB484F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F678-D647-4B21-BD82-B174B79FE31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BDD92-0DD6-2F38-2870-E09CC5A5D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AC946-A428-F780-2A25-63E079EF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232EF-0A0C-4492-91B1-DDF6EDE32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940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D694-0516-0728-7EE1-3B2FE79D6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FC79C-1792-DC10-DA05-966FD2D6B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E3045-F950-19FB-42A4-B1C478301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AC8449-0384-7161-909B-4B0992614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616BF-49DA-13A1-2108-FA6571540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F79DE2-450F-1C79-63E3-547007FA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F678-D647-4B21-BD82-B174B79FE31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A13BD-04F4-8E18-F76E-BB9C8777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22B210-11B5-66F5-D09F-F5D74266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232EF-0A0C-4492-91B1-DDF6EDE32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9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C438-E681-B472-2FC4-C14C4D5A6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CAE4F-C6DB-EB16-27BF-4E930C38B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F678-D647-4B21-BD82-B174B79FE31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1F4F0-36AA-4DF3-0843-9E87E8BEF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39C6D-EE4D-5309-E2BE-4AC780B24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232EF-0A0C-4492-91B1-DDF6EDE32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88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08581-7254-6CB0-E5D3-3739200CB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F678-D647-4B21-BD82-B174B79FE31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37F8D-DCEF-9569-838A-8BA10E803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A81E4-4900-F489-02F0-81EFFBFB8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232EF-0A0C-4492-91B1-DDF6EDE32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748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73951-DEEB-BBF3-9C00-0BAA99A1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7FA78-2EA8-9076-F3A5-C949FBA22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CB6A5-DFE3-60CD-944A-47CB4DC4E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017D6-D433-A8CC-308E-6327304B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F678-D647-4B21-BD82-B174B79FE31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1783C-E374-B3E3-9FD9-96B4B9AE1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B78AB-202F-238D-676F-9EAB53A0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232EF-0A0C-4492-91B1-DDF6EDE32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798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3E1C7-3F47-CB43-977A-71ABDDAE0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277779-8B41-533A-8A5A-5C3566012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E2896-77BA-795F-32C9-A1483D698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F8BB9-B383-CF66-7E5A-2DEF1E4BE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F678-D647-4B21-BD82-B174B79FE31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03A60-34F8-6A32-CFD6-6DC063563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88717-0884-984C-0746-C82887F31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232EF-0A0C-4492-91B1-DDF6EDE32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965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39080-AC90-D53F-2DF9-5B294600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5414C-EE67-7649-2A37-7394384B9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BC27A-B095-D1CC-FD0A-57B51A34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F678-D647-4B21-BD82-B174B79FE31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0211E-907C-B1DB-A571-F62DC9418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336F2-6913-D2B2-3C6E-90D6CACC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232EF-0A0C-4492-91B1-DDF6EDE32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036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85634F-59AA-7C2B-DDB3-1F15DA0ED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B5486-B28E-5FF7-591E-AEDF3D07E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9C9C1-C370-F494-0AF6-6D332F87E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F678-D647-4B21-BD82-B174B79FE31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22527-6F8E-A128-6FA9-E51B4BE7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351AD-FCC4-4CEF-9101-05EC3CFE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232EF-0A0C-4492-91B1-DDF6EDE32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57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E6164-60F1-6758-36F2-D1EED33B7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325BA-5ECC-D02D-DADD-8E7458B5A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3DC5B-DE42-7BE0-CA63-BD70B6E7F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5F678-D647-4B21-BD82-B174B79FE31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C71C8-C8BD-8DAA-DD5B-98D13515C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5CA9F-F137-3D06-B867-18214CE5B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232EF-0A0C-4492-91B1-DDF6EDE32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51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84BE3B-6444-2ECF-A108-03B69B87369B}"/>
              </a:ext>
            </a:extLst>
          </p:cNvPr>
          <p:cNvSpPr txBox="1"/>
          <p:nvPr/>
        </p:nvSpPr>
        <p:spPr>
          <a:xfrm>
            <a:off x="963562" y="2005781"/>
            <a:ext cx="97142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BlueStocks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Analytics Internship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Vardhi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Jaisimhakumar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24102A030134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– Data Science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Mohan Babu University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0F0F1-D203-3097-E8D8-200793C2E003}"/>
              </a:ext>
            </a:extLst>
          </p:cNvPr>
          <p:cNvSpPr txBox="1"/>
          <p:nvPr/>
        </p:nvSpPr>
        <p:spPr>
          <a:xfrm>
            <a:off x="2500554" y="634748"/>
            <a:ext cx="7521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Analytics Dashboard</a:t>
            </a:r>
          </a:p>
        </p:txBody>
      </p:sp>
    </p:spTree>
    <p:extLst>
      <p:ext uri="{BB962C8B-B14F-4D97-AF65-F5344CB8AC3E}">
        <p14:creationId xmlns:p14="http://schemas.microsoft.com/office/powerpoint/2010/main" val="2550072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0E5F1-4968-6905-A309-9A911F35C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0004A3-A895-C917-56BA-9F2942E3FC2F}"/>
              </a:ext>
            </a:extLst>
          </p:cNvPr>
          <p:cNvSpPr txBox="1"/>
          <p:nvPr/>
        </p:nvSpPr>
        <p:spPr>
          <a:xfrm>
            <a:off x="383458" y="861451"/>
            <a:ext cx="1104162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funds are one of the most popular investment options.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need data-driven insights to compare different schemes.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mutual fund data and presents it through interactive dashboards.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include Python, SQLite, and Power BI.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/>
              <a:t>Problem Statement</a:t>
            </a:r>
          </a:p>
          <a:p>
            <a:endParaRPr lang="en-IN" sz="2400" b="1" dirty="0"/>
          </a:p>
          <a:p>
            <a:pPr lvl="0"/>
            <a:r>
              <a:rPr lang="en-IN" sz="2400" dirty="0"/>
              <a:t>Large mutual fund datasets are difficult to </a:t>
            </a:r>
            <a:r>
              <a:rPr lang="en-IN" sz="2400" dirty="0" err="1"/>
              <a:t>analyze</a:t>
            </a:r>
            <a:r>
              <a:rPr lang="en-IN" sz="2400" dirty="0"/>
              <a:t> manually. </a:t>
            </a:r>
          </a:p>
          <a:p>
            <a:pPr lvl="0"/>
            <a:r>
              <a:rPr lang="en-IN" sz="2400" dirty="0"/>
              <a:t>Investors require quick insights into NAV, AUM, SIP, and benchmark performance. </a:t>
            </a:r>
          </a:p>
          <a:p>
            <a:pPr lvl="0"/>
            <a:r>
              <a:rPr lang="en-IN" sz="2400" dirty="0"/>
              <a:t>There is a need for an automated analytics dashboard.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132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70762-F4FA-0C92-932F-23918CDB2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A88E5D-658F-0DF6-7269-351274654F74}"/>
              </a:ext>
            </a:extLst>
          </p:cNvPr>
          <p:cNvSpPr txBox="1"/>
          <p:nvPr/>
        </p:nvSpPr>
        <p:spPr>
          <a:xfrm>
            <a:off x="374073" y="374074"/>
            <a:ext cx="87673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ETL pipeline using Python.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validate mutual fund datasets.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data in SQLite.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interactive Power BI dashboards.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meaningful financial insights.</a:t>
            </a:r>
          </a:p>
        </p:txBody>
      </p:sp>
    </p:spTree>
    <p:extLst>
      <p:ext uri="{BB962C8B-B14F-4D97-AF65-F5344CB8AC3E}">
        <p14:creationId xmlns:p14="http://schemas.microsoft.com/office/powerpoint/2010/main" val="500877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31B13-9EF1-318C-AC30-A37E196B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F9E438-B41D-4569-3CE7-1007A807D3EA}"/>
              </a:ext>
            </a:extLst>
          </p:cNvPr>
          <p:cNvSpPr txBox="1"/>
          <p:nvPr/>
        </p:nvSpPr>
        <p:spPr>
          <a:xfrm>
            <a:off x="706581" y="581891"/>
            <a:ext cx="793605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Workflow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developed: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Loading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Metrics Calculation 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SQLite3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</p:txBody>
      </p:sp>
    </p:spTree>
    <p:extLst>
      <p:ext uri="{BB962C8B-B14F-4D97-AF65-F5344CB8AC3E}">
        <p14:creationId xmlns:p14="http://schemas.microsoft.com/office/powerpoint/2010/main" val="1410368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B97C2-C322-DB29-6B14-392679E52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2F83B8-99DD-22FE-89E2-93F0EEF38537}"/>
              </a:ext>
            </a:extLst>
          </p:cNvPr>
          <p:cNvSpPr txBox="1"/>
          <p:nvPr/>
        </p:nvSpPr>
        <p:spPr>
          <a:xfrm>
            <a:off x="626052" y="626377"/>
            <a:ext cx="60942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Used: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Master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History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AUM by Fund House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SIP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Inflows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Indices 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cleaned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efficient querying.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dashboard visualization. </a:t>
            </a:r>
          </a:p>
        </p:txBody>
      </p:sp>
    </p:spTree>
    <p:extLst>
      <p:ext uri="{BB962C8B-B14F-4D97-AF65-F5344CB8AC3E}">
        <p14:creationId xmlns:p14="http://schemas.microsoft.com/office/powerpoint/2010/main" val="1827752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F9625-E3CE-8AC3-3DE7-93A1D3109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DA374C-9202-DA66-DEF3-2C8B42B6CBAE}"/>
              </a:ext>
            </a:extLst>
          </p:cNvPr>
          <p:cNvSpPr txBox="1"/>
          <p:nvPr/>
        </p:nvSpPr>
        <p:spPr>
          <a:xfrm>
            <a:off x="3641559" y="24847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1 – Market Overview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ACAE9A-25B4-1FB3-01A4-514D96A1D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189" y="908798"/>
            <a:ext cx="8826450" cy="46430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4931B7-C036-29DE-3BD5-3A5790BD62C4}"/>
              </a:ext>
            </a:extLst>
          </p:cNvPr>
          <p:cNvSpPr txBox="1"/>
          <p:nvPr/>
        </p:nvSpPr>
        <p:spPr>
          <a:xfrm>
            <a:off x="320040" y="5750540"/>
            <a:ext cx="11170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gives an overview of mutual funds. It shows fund categories, risk distribution, fund houses, and scheme details.</a:t>
            </a:r>
          </a:p>
        </p:txBody>
      </p:sp>
    </p:spTree>
    <p:extLst>
      <p:ext uri="{BB962C8B-B14F-4D97-AF65-F5344CB8AC3E}">
        <p14:creationId xmlns:p14="http://schemas.microsoft.com/office/powerpoint/2010/main" val="1421030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B0C4E-2178-1847-7B8B-6CD224A3A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6BC350-86F8-DDB1-88C7-83D875D8469F}"/>
              </a:ext>
            </a:extLst>
          </p:cNvPr>
          <p:cNvSpPr txBox="1"/>
          <p:nvPr/>
        </p:nvSpPr>
        <p:spPr>
          <a:xfrm>
            <a:off x="457200" y="5711875"/>
            <a:ext cx="1127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shows the NAV trend over time and the latest NAV value. It helps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mutual fund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11DE6E-03BC-6650-130B-2B595D76B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755" y="1401904"/>
            <a:ext cx="7262489" cy="40541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DB2B6C-DDE0-7F46-62A6-F60E2F558290}"/>
              </a:ext>
            </a:extLst>
          </p:cNvPr>
          <p:cNvSpPr txBox="1"/>
          <p:nvPr/>
        </p:nvSpPr>
        <p:spPr>
          <a:xfrm>
            <a:off x="3631244" y="4891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2 – NAV Analysis</a:t>
            </a:r>
          </a:p>
        </p:txBody>
      </p:sp>
    </p:spTree>
    <p:extLst>
      <p:ext uri="{BB962C8B-B14F-4D97-AF65-F5344CB8AC3E}">
        <p14:creationId xmlns:p14="http://schemas.microsoft.com/office/powerpoint/2010/main" val="3877258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5AC02-8122-785E-141D-154151ECB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84AB5A-CB8E-F294-030C-CDE2F0C20BE2}"/>
              </a:ext>
            </a:extLst>
          </p:cNvPr>
          <p:cNvSpPr txBox="1"/>
          <p:nvPr/>
        </p:nvSpPr>
        <p:spPr>
          <a:xfrm>
            <a:off x="563880" y="5710535"/>
            <a:ext cx="1162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Assets Under Management, monthly SIP inflows, and category-wise inflows to understand investment trends.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F38C6-FD99-B0B8-40BC-5495DC7ED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432" y="778133"/>
            <a:ext cx="8923136" cy="46817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B54EEC-B722-9134-7AA6-4B7B294F0DB1}"/>
              </a:ext>
            </a:extLst>
          </p:cNvPr>
          <p:cNvSpPr txBox="1"/>
          <p:nvPr/>
        </p:nvSpPr>
        <p:spPr>
          <a:xfrm>
            <a:off x="3825240" y="19113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3 – AUM &amp; SIP Analysis</a:t>
            </a:r>
          </a:p>
        </p:txBody>
      </p:sp>
    </p:spTree>
    <p:extLst>
      <p:ext uri="{BB962C8B-B14F-4D97-AF65-F5344CB8AC3E}">
        <p14:creationId xmlns:p14="http://schemas.microsoft.com/office/powerpoint/2010/main" val="260724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D4D2B-6675-83FF-8B57-2DD10479D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D65B9A-6A09-5D0E-3AF1-F9C2FF0A69DF}"/>
              </a:ext>
            </a:extLst>
          </p:cNvPr>
          <p:cNvSpPr txBox="1"/>
          <p:nvPr/>
        </p:nvSpPr>
        <p:spPr>
          <a:xfrm>
            <a:off x="259080" y="5752683"/>
            <a:ext cx="11673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compares benchmark performance over time and shows the latest benchmark value for market comparison.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36FC48-08D7-89A6-477D-157167C7A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120" y="900054"/>
            <a:ext cx="8496611" cy="4852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51F3D1-136C-791A-7494-401BF2EDBBD3}"/>
              </a:ext>
            </a:extLst>
          </p:cNvPr>
          <p:cNvSpPr txBox="1"/>
          <p:nvPr/>
        </p:nvSpPr>
        <p:spPr>
          <a:xfrm>
            <a:off x="3642360" y="2743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4 – Benchmark Analysis</a:t>
            </a:r>
          </a:p>
        </p:txBody>
      </p:sp>
    </p:spTree>
    <p:extLst>
      <p:ext uri="{BB962C8B-B14F-4D97-AF65-F5344CB8AC3E}">
        <p14:creationId xmlns:p14="http://schemas.microsoft.com/office/powerpoint/2010/main" val="1783919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97B99-8985-E7B5-B526-8BF010CE1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AF2AC-4412-B965-3130-184E449FB6BF}"/>
              </a:ext>
            </a:extLst>
          </p:cNvPr>
          <p:cNvSpPr txBox="1"/>
          <p:nvPr/>
        </p:nvSpPr>
        <p:spPr>
          <a:xfrm>
            <a:off x="350135" y="277691"/>
            <a:ext cx="609407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Acquired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Skills: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Analytics</a:t>
            </a:r>
          </a:p>
        </p:txBody>
      </p:sp>
    </p:spTree>
    <p:extLst>
      <p:ext uri="{BB962C8B-B14F-4D97-AF65-F5344CB8AC3E}">
        <p14:creationId xmlns:p14="http://schemas.microsoft.com/office/powerpoint/2010/main" val="2793492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D574B-94C2-B32A-D5FC-F148E0A61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93B2E8-EA85-B4C0-AB3F-1D60F78C4D14}"/>
              </a:ext>
            </a:extLst>
          </p:cNvPr>
          <p:cNvSpPr txBox="1"/>
          <p:nvPr/>
        </p:nvSpPr>
        <p:spPr>
          <a:xfrm>
            <a:off x="546904" y="228616"/>
            <a:ext cx="104606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Outcomes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complete ETL pipeline.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SQLite database.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four interactive Power BI dashboards.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analysis and risk metrics.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experience in financial data analytics.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79EF1-EA7F-1875-C265-F93B2C468511}"/>
              </a:ext>
            </a:extLst>
          </p:cNvPr>
          <p:cNvSpPr txBox="1"/>
          <p:nvPr/>
        </p:nvSpPr>
        <p:spPr>
          <a:xfrm>
            <a:off x="454306" y="3951729"/>
            <a:ext cx="107036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an end-to-end Mutual Fund Analytics Dashboard.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ETL, databases, and business intelligence.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meaningful insights into mutual fund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4234069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60C92-9E5F-5468-D2E0-F162A988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E512E7-D575-1C23-40C6-5B45FDF63997}"/>
              </a:ext>
            </a:extLst>
          </p:cNvPr>
          <p:cNvSpPr txBox="1"/>
          <p:nvPr/>
        </p:nvSpPr>
        <p:spPr>
          <a:xfrm>
            <a:off x="3151207" y="2656918"/>
            <a:ext cx="60940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8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10885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398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vardhi jaisimha kumar</dc:creator>
  <cp:lastModifiedBy>vardhi jaisimha kumar</cp:lastModifiedBy>
  <cp:revision>2</cp:revision>
  <dcterms:created xsi:type="dcterms:W3CDTF">2026-07-29T13:37:09Z</dcterms:created>
  <dcterms:modified xsi:type="dcterms:W3CDTF">2026-10-08T05:22:21Z</dcterms:modified>
</cp:coreProperties>
</file>